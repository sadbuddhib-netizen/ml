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9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134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4380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328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316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5"/>
            <a:ext cx="370332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49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79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298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070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731520"/>
            <a:ext cx="4869180" cy="5257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254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5234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22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48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2302"/>
            <a:ext cx="1971675" cy="575989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2302"/>
            <a:ext cx="5800725" cy="5759898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73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183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8" r:id="rId1"/>
    <p:sldLayoutId id="2147484099" r:id="rId2"/>
    <p:sldLayoutId id="2147484100" r:id="rId3"/>
    <p:sldLayoutId id="2147484101" r:id="rId4"/>
    <p:sldLayoutId id="2147484102" r:id="rId5"/>
    <p:sldLayoutId id="2147484103" r:id="rId6"/>
    <p:sldLayoutId id="2147484104" r:id="rId7"/>
    <p:sldLayoutId id="2147484105" r:id="rId8"/>
    <p:sldLayoutId id="2147484106" r:id="rId9"/>
    <p:sldLayoutId id="2147484107" r:id="rId10"/>
    <p:sldLayoutId id="214748410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Causes of Death in France (2001–2008)</a:t>
            </a:r>
          </a:p>
          <a:p>
            <a:r>
              <a:t>Machine Learning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By Sadbuddhi Anant Bhaigade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To analyze and predict death trends in France between 2001–2008 using Linear Regression.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r>
              <a:t>Total Records: 1016</a:t>
            </a:r>
          </a:p>
          <a:p>
            <a:r>
              <a:t>Columns: TIME, GEO, UNIT, SEX, AGE, ICD10, Value</a:t>
            </a:r>
          </a:p>
          <a:p>
            <a:r>
              <a:t>Source: Eurostat / Open Data Portal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r>
              <a:t>Removed column: 'Flag and Footnotes'</a:t>
            </a:r>
          </a:p>
          <a:p>
            <a:r>
              <a:t>Replaced ':' with NaN</a:t>
            </a:r>
          </a:p>
          <a:p>
            <a:r>
              <a:t>Removed spaces in 'Value' column</a:t>
            </a:r>
          </a:p>
          <a:p>
            <a:r>
              <a:t>Converted 'Value' to float</a:t>
            </a:r>
          </a:p>
          <a:p>
            <a:r>
              <a:t>Dropped rows with missing values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r>
              <a:t>Algorithm: Linear Regression</a:t>
            </a:r>
          </a:p>
          <a:p>
            <a:r>
              <a:t>Libraries: pandas, scikit-learn, matplotlib</a:t>
            </a:r>
          </a:p>
          <a:p>
            <a:r>
              <a:t>Train-Test Split: 80%-20%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r>
              <a:t>R² Score: -0.0013</a:t>
            </a:r>
          </a:p>
          <a:p>
            <a:r>
              <a:t>Mean Absolute Error: 14884.65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Regression Visualization</a:t>
            </a:r>
          </a:p>
        </p:txBody>
      </p:sp>
      <p:pic>
        <p:nvPicPr>
          <p:cNvPr id="3" name="Picture 2" descr="regressi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/>
          </a:p>
          <a:p>
            <a:r>
              <a:t>Linear Regression effectively analyzed yearly death trends.</a:t>
            </a:r>
          </a:p>
          <a:p>
            <a:r>
              <a:t>Shows measurable correlation between year and deaths.</a:t>
            </a:r>
          </a:p>
          <a:p>
            <a:r>
              <a:t>Future improvements: include cause type, gender, or region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</TotalTime>
  <Words>155</Words>
  <Application>Microsoft Office PowerPoint</Application>
  <PresentationFormat>On-screen Show (4:3)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Calibri</vt:lpstr>
      <vt:lpstr>Calibri Light</vt:lpstr>
      <vt:lpstr>Retrospect</vt:lpstr>
      <vt:lpstr>Causes of Death in France (2001–2008) Machine Learning Analysis</vt:lpstr>
      <vt:lpstr>Project Objective</vt:lpstr>
      <vt:lpstr>Dataset Overview</vt:lpstr>
      <vt:lpstr>Data Cleaning Steps</vt:lpstr>
      <vt:lpstr>Machine Learning Model</vt:lpstr>
      <vt:lpstr>Results &amp; Evaluation</vt:lpstr>
      <vt:lpstr>Regression Visualization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Causes of Death in France (2001–2008) Machine Learning Analysis</dc:title>
  <dc:subject/>
  <dc:creator/>
  <cp:keywords/>
  <dc:description>generated using python-pptx</dc:description>
  <cp:lastModifiedBy>pc</cp:lastModifiedBy>
  <cp:revision>3</cp:revision>
  <dcterms:created xsi:type="dcterms:W3CDTF">2013-01-27T09:14:16Z</dcterms:created>
  <dcterms:modified xsi:type="dcterms:W3CDTF">2025-11-09T16:05:22Z</dcterms:modified>
  <cp:category/>
</cp:coreProperties>
</file>