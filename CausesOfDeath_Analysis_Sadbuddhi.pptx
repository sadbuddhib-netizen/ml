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Causes of Death in France (2001–2008)</a:t>
            </a:r>
          </a:p>
          <a:p>
            <a:r>
              <a:t>Machine Learning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Sadbuddhi Anant Bhaigade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To analyze and predict death trends in France between 2001–2008 using Linear Regression.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Total Records: 1016</a:t>
            </a:r>
          </a:p>
          <a:p>
            <a:pPr/>
            <a:r>
              <a:t>Columns: TIME, GEO, UNIT, SEX, AGE, ICD10, Value</a:t>
            </a:r>
          </a:p>
          <a:p>
            <a:pPr/>
            <a:r>
              <a:t>Source: Eurostat / Open Data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Removed column: 'Flag and Footnotes'</a:t>
            </a:r>
          </a:p>
          <a:p>
            <a:pPr/>
            <a:r>
              <a:t>Replaced ':' with NaN</a:t>
            </a:r>
          </a:p>
          <a:p>
            <a:pPr/>
            <a:r>
              <a:t>Removed spaces in 'Value' column</a:t>
            </a:r>
          </a:p>
          <a:p>
            <a:pPr/>
            <a:r>
              <a:t>Converted 'Value' to float</a:t>
            </a:r>
          </a:p>
          <a:p>
            <a:pPr/>
            <a:r>
              <a:t>Dropped rows with missing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Algorithm: Linear Regression</a:t>
            </a:r>
          </a:p>
          <a:p>
            <a:pPr/>
            <a:r>
              <a:t>Libraries: pandas, scikit-learn, matplotlib</a:t>
            </a:r>
          </a:p>
          <a:p>
            <a:pPr/>
            <a:r>
              <a:t>Train-Test Split: 80%-20%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R² Score: -0.0013</a:t>
            </a:r>
          </a:p>
          <a:p>
            <a:pPr/>
            <a:r>
              <a:t>Mean Absolute Error: 14884.65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Visualization</a:t>
            </a:r>
          </a:p>
        </p:txBody>
      </p:sp>
      <p:pic>
        <p:nvPicPr>
          <p:cNvPr id="3" name="Picture 2" descr="regressi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Linear Regression effectively analyzed yearly death trends.</a:t>
            </a:r>
          </a:p>
          <a:p>
            <a:pPr/>
            <a:r>
              <a:t>Shows measurable correlation between year and deaths.</a:t>
            </a:r>
          </a:p>
          <a:p>
            <a:pPr/>
            <a:r>
              <a:t>Future improvements: include cause type, gender, or region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